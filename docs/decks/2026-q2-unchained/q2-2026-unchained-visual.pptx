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Slide 1 · THESIS (0:00 to 0:45)</a:t>
            </a:r>
          </a:p>
          <a:p>
            <a:r>
              <a:rPr sz="1100"/>
              <a:t>Open heavy. Let the words land.</a:t>
            </a:r>
          </a:p>
          <a:p>
            <a:r>
              <a:rPr sz="1100"/>
              <a:t>"Four words."</a:t>
            </a:r>
          </a:p>
          <a:p>
            <a:r>
              <a:rPr sz="1100"/>
              <a:t>[pause]</a:t>
            </a:r>
          </a:p>
          <a:p>
            <a:r>
              <a:rPr sz="1100"/>
              <a:t>"Eliminate Risk. Increase Opportunity."</a:t>
            </a:r>
          </a:p>
          <a:p>
            <a:r>
              <a:rPr sz="1100"/>
              <a:t>"For 8 months we've been building this team around those four words. Every investment we make. Every hire. Every tool. Every piece of training. Every system we ship. All of it rolls up to this."</a:t>
            </a:r>
          </a:p>
          <a:p>
            <a:r>
              <a:rPr sz="1100"/>
              <a:t>"And today is the first time I'm saying it out loud to you."</a:t>
            </a:r>
          </a:p>
          <a:p>
            <a:r>
              <a:rPr sz="1100"/>
              <a:t>"For the next 10 minutes I want to walk through what that actually means. For this team. For every one of you. And what we're doing next to make it sharper."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Slide 2 · SHARPER EVERY QUARTER (0:45 to 2:15)</a:t>
            </a:r>
          </a:p>
          <a:p>
            <a:r>
              <a:rPr sz="1100"/>
              <a:t>Open with recognition. Slow. Genuine.</a:t>
            </a:r>
          </a:p>
          <a:p>
            <a:r>
              <a:rPr sz="1100"/>
              <a:t>"Before we get into what's next I want to take a second."</a:t>
            </a:r>
          </a:p>
          <a:p>
            <a:r>
              <a:rPr sz="1100"/>
              <a:t>"Last quarter we were named the number one large team at Real Broker in Canada. 6 months. 6 months from a major merger to number one in the country."</a:t>
            </a:r>
          </a:p>
          <a:p>
            <a:r>
              <a:rPr sz="1100"/>
              <a:t>"I want to recognize every single person who made that happen. The Realtors out there closing deals and taking care of clients. The Ops team keeping the engine running. Marketing building the brand that opens doors before we walk through them."</a:t>
            </a:r>
          </a:p>
          <a:p>
            <a:r>
              <a:rPr sz="1100"/>
              <a:t>"Every one of you showed up. Through a lot of change. It wasn't perfect. Not at all. But together, it worked."</a:t>
            </a:r>
          </a:p>
          <a:p>
            <a:r>
              <a:rPr sz="1100"/>
              <a:t>"And there's one goal that drives everything we do from here. Sharper every quarter. Better every day. Delivering for this team."</a:t>
            </a:r>
          </a:p>
          <a:p>
            <a:r>
              <a:rPr sz="1100"/>
              <a:t>"Lead Gen. Ops. Coaching. Marketing. Wealth Paths. That's what gets sharper every quarter. That's what delivers for the team."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Slide 3 · UNCHAINED (2:15 to 3:30)</a:t>
            </a:r>
          </a:p>
          <a:p>
            <a:r>
              <a:rPr sz="1100"/>
              <a:t>Cause and effect. Personal pronouns.</a:t>
            </a:r>
          </a:p>
          <a:p>
            <a:r>
              <a:rPr sz="1100"/>
              <a:t>"Eliminate Risk. Increase Opportunity."</a:t>
            </a:r>
          </a:p>
          <a:p>
            <a:r>
              <a:rPr sz="1100"/>
              <a:t>[pause]</a:t>
            </a:r>
          </a:p>
          <a:p>
            <a:r>
              <a:rPr sz="1100"/>
              <a:t>"When it all comes together, it leads to something more. It leads to becoming unchained."</a:t>
            </a:r>
          </a:p>
          <a:p>
            <a:r>
              <a:rPr sz="1100"/>
              <a:t>"Unchained from admin. From compliance. From having to do everything yourself. Free to do the work only a great agent can do. Free to show up for the life you built this career for."</a:t>
            </a:r>
          </a:p>
          <a:p>
            <a:r>
              <a:rPr sz="1100"/>
              <a:t>"That's what drives us every single day. Eliminate your risk. Increase your opportunity. Unchain you from the work that pulls you away from what moves the needle. Your time is yours. More growth. More family. More hobbies. More of the life you're building."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Slide 4 · THE STACK (3:30 to 4:45)</a:t>
            </a:r>
          </a:p>
          <a:p>
            <a:r>
              <a:rPr sz="1100"/>
              <a:t>Walk the stack bottom up.</a:t>
            </a:r>
          </a:p>
          <a:p>
            <a:r>
              <a:rPr sz="1100"/>
              <a:t>"Here's how it all comes together. Read it from the bottom up."</a:t>
            </a:r>
          </a:p>
          <a:p>
            <a:r>
              <a:rPr sz="1100"/>
              <a:t>"The promise. Every decision we make rolls up to four words. Eliminate Risk. Increase Opportunity."</a:t>
            </a:r>
          </a:p>
          <a:p>
            <a:r>
              <a:rPr sz="1100"/>
              <a:t>"Delivered by two foundations. Benson Crew is the execution engine. Real Brokerage is the platform of possibility that powers us to do our business and drive new financial opportunities. Two pillars of freedom behind every move you make."</a:t>
            </a:r>
          </a:p>
          <a:p>
            <a:r>
              <a:rPr sz="1100"/>
              <a:t>"Which gives you five pillars of support. Lead Gen. Ops. Coaching. Marketing. Wealth Paths. That's what Eliminate Risk and Increase Opportunity looks like when it's put to work for you."</a:t>
            </a:r>
          </a:p>
          <a:p>
            <a:r>
              <a:rPr sz="1100"/>
              <a:t>"Which leaves you free to focus on the three things that matter."</a:t>
            </a:r>
          </a:p>
          <a:p>
            <a:r>
              <a:rPr sz="1100"/>
              <a:t>[pause]</a:t>
            </a:r>
          </a:p>
          <a:p>
            <a:r>
              <a:rPr sz="1100"/>
              <a:t>"Prospect. Close. Live."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Slide 5 · AI CLOSES THE GAP (4:45 to 7:00)</a:t>
            </a:r>
          </a:p>
          <a:p>
            <a:r>
              <a:rPr sz="1100"/>
              <a:t>Magic slide. Slow down. Energy up.</a:t>
            </a:r>
          </a:p>
          <a:p>
            <a:r>
              <a:rPr sz="1100"/>
              <a:t>"Here's the next pillar we're working on tirelessly right now. The AI pillar."</a:t>
            </a:r>
          </a:p>
          <a:p>
            <a:r>
              <a:rPr sz="1100"/>
              <a:t>"Imagine this. Your own AI. And it knows every one of your numbers. Every lead in Follow Up Boss. Every training video in Skool. Every meeting you take. Every email thread. Every goal you set."</a:t>
            </a:r>
          </a:p>
          <a:p>
            <a:r>
              <a:rPr sz="1100"/>
              <a:t>"Now imagine it's always running. Always looking ahead. Always asking the same question. Where is this agent's gap and how do I help them close it."</a:t>
            </a:r>
          </a:p>
          <a:p>
            <a:r>
              <a:rPr sz="1100"/>
              <a:t>"That's what we're building. Your own AI. Connected to the tools we already use. It pulls up what you need, when you need it. It takes action in those tools for you. It closes gaps. And it helps you surpass your goals."</a:t>
            </a:r>
          </a:p>
          <a:p>
            <a:r>
              <a:rPr sz="1100"/>
              <a:t>"Lead going cold? It nudges you. Deal has a problem? It flags it. Pace slipping? It surfaces strategies to close the gap. Helps you execute. Holds you accountable. Walking into a listing presentation? It preps the brief before you get there."</a:t>
            </a:r>
          </a:p>
          <a:p>
            <a:r>
              <a:rPr sz="1100"/>
              <a:t>"You ask it anything, anytime. Phone, dashboard, Telegram. Wherever you work, AI works with you."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Slide 6 · WHAT IT ADDS UP TO (7:00 to 8:30)</a:t>
            </a:r>
          </a:p>
          <a:p>
            <a:r>
              <a:rPr sz="1100"/>
              <a:t>Personal. One team. First person plural. About selling homes.</a:t>
            </a:r>
          </a:p>
          <a:p>
            <a:r>
              <a:rPr sz="1100"/>
              <a:t>"Stack it all together. What does it mean for us?"</a:t>
            </a:r>
          </a:p>
          <a:p>
            <a:r>
              <a:rPr sz="1100"/>
              <a:t>"Time. Time for the three things that grow a business. And time for the reason we went into this in the first place. Family. Health. Hobbies. A life that isn't all work."</a:t>
            </a:r>
          </a:p>
          <a:p>
            <a:r>
              <a:rPr sz="1100"/>
              <a:t>"Better leads. Sharper follow up. Cleaner numbers. A business that builds on itself. Every year sharper than the last."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Slide 7 · TOGETHER. UNCHAINED. (8:30 to 10:00)</a:t>
            </a:r>
          </a:p>
          <a:p>
            <a:r>
              <a:rPr sz="1100"/>
              <a:t>Plain. Direct. No cringe.</a:t>
            </a:r>
          </a:p>
          <a:p>
            <a:r>
              <a:rPr sz="1100"/>
              <a:t>"Going into Q2 we keep pushing."</a:t>
            </a:r>
          </a:p>
          <a:p>
            <a:r>
              <a:rPr sz="1100"/>
              <a:t>"We keep building what the team needs. Shipping. Listening. Investing. Every tool, every system, every hire. All pointed at giving the team more leverage than any agent working alone."</a:t>
            </a:r>
          </a:p>
          <a:p>
            <a:r>
              <a:rPr sz="1100"/>
              <a:t>"And it only works when every one of us keeps bringing it. Showing up. Putting it to work. Telling us what's missing."</a:t>
            </a:r>
          </a:p>
          <a:p>
            <a:r>
              <a:rPr sz="1100"/>
              <a:t>"Thanks for everything you bring. Really looking forward to keep building this with all of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